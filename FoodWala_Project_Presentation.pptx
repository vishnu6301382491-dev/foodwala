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914400"/>
            <a:ext cx="4389120" cy="4389120"/>
          </a:xfrm>
          <a:prstGeom prst="ellipse">
            <a:avLst/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914400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PROJECT 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</a:rPr>
              <a:t>FoodWala — Bengaluru Food Discovery &amp; Delivery Platform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242316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1E293B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514600"/>
            <a:ext cx="9966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8FAFC"/>
                </a:solidFill>
              </a:rPr>
              <a:t>"FoodWala is a full-stack Bengaluru food discovery and delivery platform that allows users to discover restaurants, search menus, place orders, make payments, and track deliveries in real time."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2423160" cy="246888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6576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97280" y="41605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Hyperlocal Discovery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46177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Smart search with typo tolerance (Jaro-Winkler), dynamic category filters, and curated Bengaluru culinary showcases.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84448" y="3474720"/>
            <a:ext cx="2423160" cy="246888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36576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767328" y="41605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ACID Order Pipeline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67328" y="46177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Atomic multi-table MySQL transactions handling cart lifecycle, discounts, Razorpay payments, and live order dispatch.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54496" y="3474720"/>
            <a:ext cx="2423160" cy="246888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37376" y="36576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37376" y="41605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Multi-Role 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37376" y="46177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Argon2id hashing, role-based access control isolating Super Admin, Store Managers, Delivery Riders, and Customers.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24544" y="3474720"/>
            <a:ext cx="2423160" cy="246888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424" y="36576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416052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WhatsApp 24/7 AI Desk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07424" y="46177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Omnichannel customer support powered by a 25-intent NLP classifier resolving order tracking and menu queries.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63093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Bengaluru, Karnataka • Production Ready Architecture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Tech Stack &amp; System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full-stack technology stack deployed across frontend, backend, database, and integrations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69164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91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FRONTEND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0299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HTML5 &amp; CSS3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2128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Semantic layout, custom dark mode, variables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243230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Bootstrap 5.3 &amp; Icons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26151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Responsive grid, modals, offcanvas navigation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Vanilla JavaScript (ES6+)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0175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Modular client state, fetch API, local storage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32369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Media &amp; Culinary Audio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3419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HTML5 1080p WebM video &amp; Web Audio API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89120" y="155448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169164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1691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BACKEND &amp; APIS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20299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Node.js (v24.17 LTS)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26280" y="22128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High performance asynchronous event loop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26280" y="243230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Express.js 4.x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26280" y="26151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RESTful routes, controllers, and middleware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26280" y="283464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Webhook Processor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26280" y="30175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Meta WhatsApp raw body verification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26280" y="32369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NLP Intent Engine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26280" y="3419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25-intent regex scoring and slot extraction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46720" y="155448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83880" y="169164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691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DATABASE &amp; STORAGE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83880" y="20299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MySQL 9.7 Server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83880" y="22128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22 relational tables, InnoDB engine, ACID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83880" y="243230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Connection Pool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183880" y="26151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mysql2/promise with connection limits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183880" y="283464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Foreign Key Integrity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183880" y="30175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Cascading updates, constraints, normalized 3NF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183880" y="32369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Audit &amp; Tracking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183880" y="3419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order_status_history, login_history, activity_log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1520" y="402336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8680" y="416052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" y="41605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SECURITY &amp; AUTH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68680" y="44988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Argon2id Hashing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68680" y="46817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State-of-the-art memory-hard password encryption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68680" y="49011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Role-Based Access (RBAC)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50840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Super Admin, Store Manager, Rider, Customer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68680" y="53035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Security Middleware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68680" y="54864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Helmet headers, CORS, express-rate-limit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68680" y="5705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Store Data Isolation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68680" y="58887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Enforced tenant separation on all manager routes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89120" y="402336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26280" y="416052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8B5CF6">
              <a:alpha val="1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26280" y="41605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</a:rPr>
              <a:t>PAYMENT &amp; COMMS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26280" y="44988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Razorpay API Gateway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26280" y="46817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UPI, Debit/Credit cards, NetBanking, COD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526280" y="49011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WhatsApp Cloud API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26280" y="50840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Graph API v18.0 automated conversational desk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26280" y="53035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EmailJS Receipt Delivery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26280" y="54864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Instant transactional order confirmation emails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526280" y="5705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In-Browser AI Desk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526280" y="58887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Instant floating fallback chat widget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046720" y="402336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83880" y="416052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F97316">
              <a:alpha val="15000"/>
            </a:srgbClr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83880" y="41605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</a:rPr>
              <a:t>DEVOPS &amp; ENVIRONMENT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8183880" y="44988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Cloudflare Tunnel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183880" y="46817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Zero-trust HTTPS tunnel for webhook intake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183880" y="49011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Puppeteer Core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183880" y="50840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End-to-end automated UI &amp; screenshot testing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8183880" y="53035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Git &amp; GitHub Versioning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8183880" y="54864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Branching workflow, release version control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183880" y="5705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Dotenv Configuration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183880" y="58887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Secure environment variable management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Project Architecture &amp; Directory Layout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Visual codebase hierarchy demonstrating strict separation of frontend assets, backend APIs, and database migrations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0_project_stru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77724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86800" y="1463040"/>
            <a:ext cx="2743200" cy="438912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645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Layered Architecture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869680" y="20574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Frontend Client Layer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869680" y="227685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Modular HTML5 views, responsive Bootstrap 5.3 stylesheets, and dedicated client scripts (app.js, cart.js, search.js).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869680" y="30175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Express Server Core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869680" y="323697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REST controllers, security middleware (rate-limiter, helmet, cors), and unified error handlers in /server.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869680" y="39776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Database Migrations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869680" y="419709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MySQL relational DDL scripts in /database with 22 normalized tables and sample seed catalogs.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869680" y="4937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AI &amp; Automation Scripts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869680" y="5157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WhatsApp intent classifiers, webhook listeners, Puppeteer test runners, and automated tools.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</a:rPr>
              <a:t>Caption: Frontend client files are strictly separated from Express REST controllers and MySQL database layer.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Database Architecture &amp; ER Diagram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Normalized relational database schema (MySQL 9.7) featuring 22 tables supporting ACID-compliant order transactions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diagrams\foodwala-er-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10698480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Key Relationships: user (1:N) orders • restaurant (1:N) menu • orders (1:N) order_item • orders (1:1) payment • user (1:N) whatsapp_conversations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Home Page — Bengaluru Discovery &amp; Hero Showcase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Hero banner with video showcase, dynamic Bengaluru cuisine category carousels, instant search bar, and top-rated restaurants.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1_home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http://localhost:5000/home_page.html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Login Screen — Role-Based Authentication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Multi-role authentication gateway verifying Customer, Restaurant Manager, and Delivery Partner credentials with Argon2id password verification.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2_login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http://localhost:5000/login_page.html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Registration Screen — Customer Onboarding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New user onboarding form with dual client/server validation for email, phone format, and password complexity requirements.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3_register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http://localhost:5000/register_page.html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Restaurant Discovery &amp; Advanced Filtering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listing of Bengaluru eateries with multi-criteria filtering by cuisine, customer rating, delivery ETA, veg/non-veg, and budget.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4_restaurants_discove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http://localhost:5000/restaurants_discovery.html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Restaurant Menu &amp; Item Customization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Dynamic restaurant catalog showing categorized dishes, prices, ratings, dietary tags, real-time availability badges, and instant cart addition.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5_restaurant_menu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http://localhost:5000/restaurant_menu.html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Food Search &amp; Typo-Tolerant Autocomplete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Real-time search bar with instant autocomplete suggestions powered by the Jaro-Winkler string similarity algorithm for typo resilience.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6_search_fe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http://localhost:5000/search_feature.html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Cart Management &amp; Live Bill Breakdown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Interactive shopping cart supporting item increment/decrement, real-time subtotal calculation, delivery fee, GST (5%), platform fee, and coupon application.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7_cart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http://localhost:5000/cart_page.html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Checkout &amp; Delivery Address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Streamlined checkout interface allowing users to choose saved delivery addresses, provide delivery instructions, and review order totals.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8_checkout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http://localhost:5000/checkout_page.html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Payment Gateway Integration — Razorpay &amp; COD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Integrated payment processing supporting Razorpay checkout modal (UPI, Debit/Credit cards, Net Banking) alongside Cash on Delivery options.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09_payment_scre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http://localhost:5000/payment_screen.html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Order Confirmation &amp; Instant Receipt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Post-purchase confirmation screen displaying generated Order ID, estimated arrival time, detailed item summary, and live tracking call-to-action.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0_order_confirm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http://localhost:5000/order_confirmation.html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Live Order Tracking &amp; 5-Stage Status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Real-time order progress monitor tracking 5 distinct stages: Order Placed -&gt; Confirmed -&gt; Food Prepared -&gt; Out for Delivery -&gt; Delivered.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1_order_trac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http://localhost:5000/order_tracking.html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Order History &amp; Digital Invoices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log of past orders with timestamps, status tags, itemized costs, one-click re-order functionality, and invoice retrieval.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2_orders_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http://localhost:5000/orders_history.html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User Profile &amp; Account Management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Customer management portal showing personal profile details, contact information, password modification tools, and account security preferences.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3_profile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http://localhost:5000/profile_page.html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Saved Delivery Addresses &amp; Geolocation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Address book management allowing users to save multiple locations (Home, Work, Other) with street details, landmarks, and default selections.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4_address_man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http://localhost:5000/address_management.html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Super Admin Console &amp; Platform Analytics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Platform management dashboard displaying system-wide gross merchandise volume (GMV), active restaurant approvals, user metrics, and revenue charts.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5_admin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http://localhost:5000/admin_dashboard.html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Restaurant Manager Dashboard &amp; Store Isolation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Store-isolated management portal allowing authorized managers to accept/reject incoming orders, update dish availability, and inspect sales trends.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6_restaurant_manager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http://localhost:5000/restaurant_manager_dashboard.html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Delivery Partner Fleet Portal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Dedicated driver mobile portal with real-time GPS coordinate reporting, assigned delivery orders list, and order delivery status updates.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7_delivery_partner_por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http://localhost:5000/delivery_partner_portal.html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WhatsApp 24/7 AI Assistance Desk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Dual-channel conversational AI assistant resolving customer queries, order status inquiries, menu suggestions, and escalation tickets.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8_whatsapp_ai_assist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463040"/>
            <a:ext cx="10360152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http://localhost:5000/whatsapp_ai_assistant.html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New Features Added &amp; Innovative Capabilities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Visual showcase of production capabilities built beyond base requirement: Typo Search, WhatsApp AI Desk, Store Isolation, Dark Mode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pic>
        <p:nvPicPr>
          <p:cNvPr id="8" name="Image 0" descr="D:\FoodWala_Eclipse_Project\presentation\screenshots\19_new_features_show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10698480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Key Innovations: 1. Jaro-Winkler Typo Search • 2. 25-Intent WhatsApp AI Desk • 3. Store Data Isolation • 4. Adaptive Dark Mode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Important Algorithms &amp; Core Engineering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Mathematical and algorithmic logic driving search similarity, cart billing, transactional integrity, and NLP classification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64592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4592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</a:rPr>
              <a:t>FUZZY SEARCH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468880" y="161848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1. Jaro-Winkler String Distance Algorithm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Calculates transposition-aware string distance with common prefix bonus $l$ (max 4) and scaling factor $p = 0.1$: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237744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774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Sim(s1, s2) = Jaro(s1, s2) + l * p * (1 - Jaro(s1, s2))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28803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Matches user queries with menu item names and restaurant titles even with character swaps and typos.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50876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64592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64592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PRICING ENGINE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955280" y="161848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2. Cart Bill &amp; Discount Computation Engine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Deterministic multi-factor calculation computing subtotal, dynamic coupon discounts, taxes, and fees: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237744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23774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= Subtotal - Discount(Code, Subtotal) + (Subtotal * 0.05) + FeePlatform + FeeDelivery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0" y="28803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Validates coupon eligibility (min order threshold, max cap, expiration date) in one atomic evaluation.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1520" y="388620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02336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02336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</a:rPr>
              <a:t>ATOMICITY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468880" y="399592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3. ACID-Compliant Order Placement Transaction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4343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Multi-query transactional commit locking rows to prevent race conditions during checkout: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475488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4754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TRANSACTION -&gt; INSERT order -&gt; INSERT order_items -&gt; DEDUCT coupon -&gt; COMMIT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400" y="5257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Guarantees that if payment or item creation fails, all changes rollback without orphan records.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388620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402336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02336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</a:rPr>
              <a:t>NLP CLASSIFIER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955280" y="399592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4. 25-Intent Rule-Based NLP Classification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0" y="4343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Tokenizes user messages, performs regex-weighted pattern matching, and extracts parameter slots: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00800" y="475488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4754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Intent = argmax_i (Score(Pattern_i, Message)) with Slot Extraction [OrderID, Phone, Dish]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0" y="5257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Routes message to instant responses (tracking, cancellation, menu) or triggers agent escalation ticket.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Major Engineering Challenge &amp; Solution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Architectural breakdown of WhatsApp Cloud API integration, webhook authentication, and fallback resilience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1E293B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</a:rPr>
              <a:t>⚠️ The Technical Challenge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Meta Cloud API 24-Hour Messaging Window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33172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WhatsApp Cloud API enforces a strict 24-hour service window. Outbound automated messages cannot reach users unless user-initiated within the timeframe or registered as approved business templates.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3108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SHA-256 HMAC Webhook Verification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Incoming webhook payloads from Meta require raw cryptographic signature verification (X-Hub-Signature-256). Express body-parser json parsing altered raw bytes, breaking signature validation.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05840" y="41148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Transient Tunnel Drops During Demos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434340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Local development tunnels (Cloudflare) occasionally reset connection hostnames, severing the webhook callback endpoint during live evaluative demonstrations.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150876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✅ Architectural Solution &amp; Dual-Channel Resilience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21031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Dual-Channel Architecture (WhatsApp + Web AI Widget)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233172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Decoupled the AI intelligence layer into a shared standalone service. When WhatsApp API token expires or tunnel drops, the in-browser floating AI widget (#foodwalaHelpModal) provides 100% identical response capabilities.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92240" y="31089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Raw Body Preserving Webhook Middleware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333756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Configured custom verify middleware in express.json({ verify: (req, res, buf) =&gt; req.rawBody = buf }) to maintain exact byte fidelity for flawless crypto.createHmac verification.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92240" y="41148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Self-Healing Cloudflare Tunnel Scripting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434340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Automated background watchdog daemon monitoring tunnel health and dynamically updating webhook callback routing without server restarts.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Result: Zero downtime for end users • Instant fallback to browser AI desk if WhatsApp Cloud API is inaccessible.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Future Enhancements &amp; Platform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Strategic technical roadmap for high-scale microservices, automated logistics, and smart AI personalization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492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64592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459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1645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Bidirectional WebSocket Fleet Tracking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08760" y="194767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Upgrade from periodic HTTP polling to real-time Socket.IO / WebSockets for sub-second GPS coordinate streaming between delivery partners and customer tracking screens.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5087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4592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6459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1645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Collaborative AI Dish Recommendation Engine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995160" y="194767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Deploy collaborative filtering and neural matrix factorization analyzing ordering patterns, time of day, weather, and dietary tags to suggest high-conversion meals.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29260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306324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06324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30632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Progressive Web App (PWA) &amp; Offline Menus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08760" y="336499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Implement Service Workers and Cache API to enable instant offline menu browsing and native Web Push notifications for order status transitions.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29260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06324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06324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30632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Multi-Restaurant Unified Cart Checkout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336499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Enable customers to combine dishes from multiple nearby restaurants into a single unified cart with intelligent dual-pickup route batching.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1520" y="434340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448056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44805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08760" y="44805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Algorithmic Route Optimization &amp; Dispatch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508760" y="478231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Integrate Dijkstra / A* route graph optimization taking Bengaluru traffic congestion data into account to assign nearest optimal delivery riders.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17920" y="434340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48056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5080" y="44805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95160" y="44805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Multilingual Voice Food Ordering (Kannada / Hindi)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95160" y="478231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Integrate speech-to-text NLP allowing Bengaluru users to search menus, customize toppings, and place orders using vernacular voice commands.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8BDF8"/>
                </a:solidFill>
              </a:rPr>
              <a:t>Roadmap Timeline: Q1 2027 — Q4 2027 • Architectural Evolution from Monolith to Event-Driven Microservices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26</Slides>
	<Notes>26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26</vt:i4></vt:variant>
		</vt:vector>
	</HeadingPairs>
	<TitlesOfParts>
		<vt:vector size="29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<vt:lpstr>Slide 13</vt:lpstr><vt:lpstr>Slide 14</vt:lpstr><vt:lpstr>Slide 15</vt:lpstr><vt:lpstr>Slide 16</vt:lpstr><vt:lpstr>Slide 17</vt:lpstr><vt:lpstr>Slide 18</vt:lpstr><vt:lpstr>Slide 19</vt:lpstr><vt:lpstr>Slide 20</vt:lpstr><vt:lpstr>Slide 21</vt:lpstr><vt:lpstr>Slide 22</vt:lpstr><vt:lpstr>Slide 23</vt:lpstr><vt:lpstr>Slide 24</vt:lpstr><vt:lpstr>Slide 25</vt:lpstr><vt:lpstr>Slide 26</vt:lpstr>
		</vt:vector>
	</TitlesOfParts>
	<Company>FoodWala — Bengaluru Discovery & Delivery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FoodWala Project Presentation</dc:title>
  <dc:subject>Comprehensive Project Demonstration &amp; Architecture</dc:subject>
  <dc:creator>FoodWala Engineering Team</dc:creator>
  <cp:lastModifiedBy>FoodWala Engineering Team</cp:lastModifiedBy>
  <cp:revision>1</cp:revision>
  <dcterms:created xsi:type="dcterms:W3CDTF">2026-10-24T09:41:17Z</dcterms:created>
  <dcterms:modified xsi:type="dcterms:W3CDTF">2026-10-24T09:41:17Z</dcterms:modified>
</cp:coreProperties>
</file>